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PaperMind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Single-PDF Knowledge Assistant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document. Understand it in minutes. Ask it anything.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B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|  10-DAY CAPSTONE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overload is quietly costing everyone time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2402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52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PDFs pile up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papers, reports, and notes accumulate across devices and apps, rarely fully read.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37860" y="22402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73786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2520" dirty="0"/>
          </a:p>
        </p:txBody>
      </p:sp>
      <p:sp>
        <p:nvSpPr>
          <p:cNvPr id="12" name="Text 10"/>
          <p:cNvSpPr/>
          <p:nvPr/>
        </p:nvSpPr>
        <p:spPr>
          <a:xfrm>
            <a:off x="4617720" y="3246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Re-reading wastes time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84048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one specific fact means re-scanning entire documents, again and again.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AF3F7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78340" y="22402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957834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520" dirty="0"/>
          </a:p>
        </p:txBody>
      </p:sp>
      <p:sp>
        <p:nvSpPr>
          <p:cNvPr id="17" name="Text 15"/>
          <p:cNvSpPr/>
          <p:nvPr/>
        </p:nvSpPr>
        <p:spPr>
          <a:xfrm>
            <a:off x="8458200" y="3246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searchable by meaning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384048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Ctrl+F finds words, not answers — there's no way to just ask a document a question.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professionals need a faster way to go from raw document to real understanding.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consumers who work with dense documents every 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224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research papers, textbook chapters, and lecture notes fast, ahead of exams and deadlines.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10812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210812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240" dirty="0"/>
          </a:p>
        </p:txBody>
      </p:sp>
      <p:sp>
        <p:nvSpPr>
          <p:cNvPr id="12" name="Text 10"/>
          <p:cNvSpPr/>
          <p:nvPr/>
        </p:nvSpPr>
        <p:spPr>
          <a:xfrm>
            <a:off x="3456432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02152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through long reports and whitepapers without reading every page.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9904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81444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981444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240" dirty="0"/>
          </a:p>
        </p:txBody>
      </p:sp>
      <p:sp>
        <p:nvSpPr>
          <p:cNvPr id="17" name="Text 15"/>
          <p:cNvSpPr/>
          <p:nvPr/>
        </p:nvSpPr>
        <p:spPr>
          <a:xfrm>
            <a:off x="6227064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72784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Interrogate a single paper for specific findings, methods, or data points.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860536" y="196596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52076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752076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2240" dirty="0"/>
          </a:p>
        </p:txBody>
      </p:sp>
      <p:sp>
        <p:nvSpPr>
          <p:cNvPr id="22" name="Text 20"/>
          <p:cNvSpPr/>
          <p:nvPr/>
        </p:nvSpPr>
        <p:spPr>
          <a:xfrm>
            <a:off x="8997696" y="3154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readers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43416" y="365760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a PDF and not enough time to fully read it.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PaperMind turns any single PDF into an interactive knowledge source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146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70332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one PDF — a paper, report, or set of notes.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51960" y="32004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C7293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663440" y="228600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25146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instantly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70332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short summary, detailed summary, and key insights automatically.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01000" y="32004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C7293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412480" y="228600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41080" y="25146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4108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anything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41080" y="3703320"/>
            <a:ext cx="2834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the document in plain language and get grounded, accurate answers.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capabilities, one focused v1.0 experience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4917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917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960" dirty="0"/>
          </a:p>
        </p:txBody>
      </p:sp>
      <p:sp>
        <p:nvSpPr>
          <p:cNvPr id="7" name="Text 5"/>
          <p:cNvSpPr/>
          <p:nvPr/>
        </p:nvSpPr>
        <p:spPr>
          <a:xfrm>
            <a:off x="1645920" y="205740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/ Q&amp;A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natural-language questions and get answers grounded only in the uploaded document.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A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4917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4917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960" dirty="0"/>
          </a:p>
        </p:txBody>
      </p:sp>
      <p:sp>
        <p:nvSpPr>
          <p:cNvPr id="12" name="Text 10"/>
          <p:cNvSpPr/>
          <p:nvPr/>
        </p:nvSpPr>
        <p:spPr>
          <a:xfrm>
            <a:off x="7269480" y="205740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Auto-Summary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69480" y="246888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TL;DR and detailed summary generated automatically the moment a PDF is uploaded.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6405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6405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960" dirty="0"/>
          </a:p>
        </p:txBody>
      </p:sp>
      <p:sp>
        <p:nvSpPr>
          <p:cNvPr id="17" name="Text 15"/>
          <p:cNvSpPr/>
          <p:nvPr/>
        </p:nvSpPr>
        <p:spPr>
          <a:xfrm>
            <a:off x="1645920" y="420624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45920" y="461772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bulleted takeaways, findings, and action items extracted from the content.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349240" cy="1874520"/>
          </a:xfrm>
          <a:prstGeom prst="roundRect">
            <a:avLst>
              <a:gd name="adj" fmla="val 4878"/>
            </a:avLst>
          </a:prstGeom>
          <a:solidFill>
            <a:srgbClr val="F2F2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640580"/>
            <a:ext cx="640080" cy="6400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6405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🔦</a:t>
            </a:r>
            <a:endParaRPr lang="en-US" sz="1960" dirty="0"/>
          </a:p>
        </p:txBody>
      </p:sp>
      <p:sp>
        <p:nvSpPr>
          <p:cNvPr id="22" name="Text 20"/>
          <p:cNvSpPr/>
          <p:nvPr/>
        </p:nvSpPr>
        <p:spPr>
          <a:xfrm>
            <a:off x="7269480" y="420624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Highlights  (Stretch)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69480" y="4617720"/>
            <a:ext cx="4069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most relevant excerpts of the document. (Stretch goal for v1.0)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free-tier-first architecture built for a 10-day sprint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C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UI for upload, summaries, insights &amp; chat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24528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617720" y="21031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C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27432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upload, PDF text extraction &amp; orchestrates AI calls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19288" y="2743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412480" y="210312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C2B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(free tier)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95360" y="27432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summaries, insights &amp; grounded Q&amp;A answers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free hosting  •  Free-tier LLM API  •  No paid infrastructure required for v1.0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Single-document scope keeps latency low &amp; answers reliable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50468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Prompt-grounded answers reduce hallucination risk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888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5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Every architectural choice protects the 10-day deadline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intentionally saved for after v1.0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v1.1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1783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Highlighting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760720" y="178308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and visually flag the most relevant pages/excerpts within the PDF.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8036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v2.0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2834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Multi-PDF Library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28346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manage a growing library of documents, not just one at a 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3192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v2.0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886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60720" y="38862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Embeddings-based retrieval to find the right document(s) before answering.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83480"/>
            <a:ext cx="1051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v3.0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49377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History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60720" y="493776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with saved chat history and cross-session document access.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11480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world where no one has to fully read a document to fully understand it.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5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PaperMind starts with a single PDF. Over time, it grows into a full personal knowledge assistant — one that organizes, remembers, and reasons over everything you've ever saved, so your own knowledge is always just a question away.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PaperMind  •  AB Talks 60-Day Claude AI Challenge  •  10-Day 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2026-07-21T07:29:12Z</dcterms:created>
  <dcterms:modified xsi:type="dcterms:W3CDTF">2026-07-21T07:29:12Z</dcterms:modified>
</cp:coreProperties>
</file>